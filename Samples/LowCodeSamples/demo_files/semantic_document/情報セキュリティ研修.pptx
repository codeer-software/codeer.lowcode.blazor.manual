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情報セキュリティ研修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2026年度 新入社員向け</a:t>
            </a:r>
          </a:p>
          <a:p>
            <a:r>
              <a:t>情報システム部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不審なメールへの対応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差出人や件名に心当たりのない添付ファイルは開かない</a:t>
            </a:r>
          </a:p>
          <a:p>
            <a:r>
              <a:t>本文のリンクを押してしまったら、すぐに LAN ケーブルを抜く (無線はオフ)</a:t>
            </a:r>
          </a:p>
          <a:p>
            <a:r>
              <a:t>情報システム部 (内線 1234) へ連絡する。自分で削除しない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持ち出しのルール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USB メモリなどの外部記憶媒体への保存は禁止</a:t>
            </a:r>
          </a:p>
          <a:p>
            <a:r>
              <a:t>社外へ資料を渡すときは、共有フォルダのリンク (期限付き) を使う</a:t>
            </a:r>
          </a:p>
          <a:p>
            <a:r>
              <a:t>ノートPC を持ち出すときは、のぞき見防止フィルムを付ける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パスワード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12 文字以上で、英大文字・小文字・数字を混ぜる</a:t>
            </a:r>
          </a:p>
          <a:p>
            <a:r>
              <a:t>他のサービスと同じパスワードを使い回さない</a:t>
            </a:r>
          </a:p>
          <a:p>
            <a:r>
              <a:t>多要素認証 (スマートフォンのアプリ) を必ず設定する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情報セキュリティ研修</dc:title>
  <dc:subject/>
  <dc:creator>サンプル商事株式会社</dc:creator>
  <cp:keywords/>
  <dc:description>generated using python-pptx</dc:description>
  <cp:lastModifiedBy>サンプル商事株式会社</cp:lastModifiedBy>
  <cp:revision>1</cp:revision>
  <dcterms:created xsi:type="dcterms:W3CDTF">2026-04-01T09:00:00Z</dcterms:created>
  <dcterms:modified xsi:type="dcterms:W3CDTF">2026-04-01T09:00:00Z</dcterms:modified>
  <cp:category/>
</cp:coreProperties>
</file>